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0" r:id="rId6"/>
    <p:sldId id="25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82"/>
    <p:restoredTop sz="94610"/>
  </p:normalViewPr>
  <p:slideViewPr>
    <p:cSldViewPr snapToGrid="0" snapToObjects="1">
      <p:cViewPr varScale="1">
        <p:scale>
          <a:sx n="218" d="100"/>
          <a:sy n="218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85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온디바이스 AI · 다봄 (Dabom)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모바일에서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동작하는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LLM 자전적 기억 훈련 시스템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On-Device LLM · Autobiographical Memory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3 (E2B-it 4bit, ~2GB)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API 무의존 · 개인정보 100%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LightRAG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지식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그래프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+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한국어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임베딩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(multilingual-e5-small-ko)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LLM-wiki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개발 중</a:t>
            </a:r>
            <a:endParaRPr lang="en-US" altLang="ko-KR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Network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시각화 개발 중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37960" y="6126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Dabom TUI · gemma-4-e2b-it-4bit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0408F4B-725C-714C-8EBC-F24E6721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66" y="236455"/>
            <a:ext cx="5684108" cy="5844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AMT 자동 채점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Gemma 파인튜닝으로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AMT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채점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AMT (Autobiographical Memory Test)</a:t>
            </a:r>
            <a:r>
              <a:rPr lang="ko-KR" alt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altLang="ko-KR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</a:t>
            </a: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Scoring · On-Device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Lora-finetuning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다봄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시스템과 동일 모델 → 채점 일관성 확보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3840481"/>
            <a:ext cx="1161288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주관적 경험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55648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755648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01368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01368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08376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008376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054096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54096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1104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61104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06824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06824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55648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55648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801368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01368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Thought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08376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008376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054096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54096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People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61104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61104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06824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06824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Senses</a:t>
            </a:r>
            <a:endParaRPr lang="en-US" sz="9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649FEE0-8A2A-50DF-29D5-9C87EBF7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280" y="254221"/>
            <a:ext cx="5641521" cy="5795273"/>
          </a:xfrm>
          <a:prstGeom prst="rect">
            <a:avLst/>
          </a:prstGeom>
        </p:spPr>
      </p:pic>
      <p:sp>
        <p:nvSpPr>
          <p:cNvPr id="44" name="Text 7">
            <a:extLst>
              <a:ext uri="{FF2B5EF4-FFF2-40B4-BE49-F238E27FC236}">
                <a16:creationId xmlns:a16="http://schemas.microsoft.com/office/drawing/2014/main" id="{3A121366-E0D9-D287-B815-69E26E945D41}"/>
              </a:ext>
            </a:extLst>
          </p:cNvPr>
          <p:cNvSpPr/>
          <p:nvPr/>
        </p:nvSpPr>
        <p:spPr>
          <a:xfrm>
            <a:off x="6537960" y="6126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Dabom TUI · gemma-4-e2b-it-4bit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성격 평가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구조화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면담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</a:t>
            </a:r>
            <a:r>
              <a:rPr lang="ko-KR" alt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활용한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기반 성격 평가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LLM-Based Personality Assessment from Structured Interviews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N=425 · 20개 구조화 면담 질문 · BDPI T점수 추정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성격 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5요인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부적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 성격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5요인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GPT-5 Mini · CoT 프롬프트 평균 r = 0.525  (외향성 r = 0.815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4069" y="61036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B0AEA5"/>
                </a:solidFill>
                <a:latin typeface="Poppins" pitchFamily="34" charset="0"/>
                <a:cs typeface="Poppins" pitchFamily="34" charset="-120"/>
              </a:rPr>
              <a:t>예시 스크린샷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BEB4142-D3F0-C3D7-D248-689E077D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99" y="347472"/>
            <a:ext cx="615766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BDPI · 리더십 보고서 자동화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BDPI-SF 응답 CSV →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다중페이지 PDF 보고서 자동 생성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BDPI Leadership Report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T점수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리더십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유형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Rule based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한·영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다국어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</a:t>
            </a:r>
            <a:endParaRPr lang="en-US" altLang="ko-KR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버전과 </a:t>
            </a:r>
            <a:r>
              <a:rPr lang="ko-KR" alt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리더쉽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버전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98983" y="644439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샘플 </a:t>
            </a:r>
            <a:r>
              <a:rPr lang="en-US" sz="900" dirty="0" err="1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보고서</a:t>
            </a: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B1E30D-8556-5166-9C3E-3C262B0D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287" y="149517"/>
            <a:ext cx="4415713" cy="6294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사회적 고립 스크리닝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인터뷰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에이전트로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사회적 고립 자동 스크리닝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Screening Agent · Social Isolation Interview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ko-KR" alt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챗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기반 인터뷰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+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전문가 검토 기능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21개 구조화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+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채점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재 질문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Rule based + LLM</a:t>
            </a:r>
          </a:p>
        </p:txBody>
      </p:sp>
      <p:sp>
        <p:nvSpPr>
          <p:cNvPr id="10" name="Text 7"/>
          <p:cNvSpPr/>
          <p:nvPr/>
        </p:nvSpPr>
        <p:spPr>
          <a:xfrm>
            <a:off x="6428809" y="5989321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인터뷰</a:t>
            </a: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r>
              <a:rPr lang="ko-KR" alt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전문가 검토 </a:t>
            </a:r>
            <a:r>
              <a:rPr lang="en-US" altLang="ko-KR" sz="90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</a:t>
            </a:r>
            <a:endParaRPr lang="en-US" sz="9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8248FC-3C25-5621-78E9-B53778FE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116" y="296563"/>
            <a:ext cx="6704694" cy="5601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머신러닝 · 우울 분류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자전적 기억 면담 멀티모달 특징으로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우울증 자동 분류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Multimodal ML on Autobiographical Memory Interviews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참가자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멀티모달 특징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.68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</a:t>
            </a: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AUC (XGB)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4846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blurRad="203200" dist="508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/Users/oak/project/korea_university_project/lab_meeting/assets/../../autobiographical_memory_ml/am_ml_v1/final_results/00_overview/pipelin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2194560"/>
            <a:ext cx="4572000" cy="2560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· Data → Features → ML → SHAP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1280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우울증 진단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Depression Detection 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360</Words>
  <Application>Microsoft Macintosh PowerPoint</Application>
  <PresentationFormat>와이드스크린</PresentationFormat>
  <Paragraphs>82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Apple SD Gothic Neo</vt:lpstr>
      <vt:lpstr>Arial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 2026-05-18</dc:title>
  <dc:subject>PptxGenJS Presentation</dc:subject>
  <dc:creator>Korea University · Lab Meeting</dc:creator>
  <cp:lastModifiedBy>AnKook On</cp:lastModifiedBy>
  <cp:revision>24</cp:revision>
  <dcterms:created xsi:type="dcterms:W3CDTF">2026-05-18T09:52:29Z</dcterms:created>
  <dcterms:modified xsi:type="dcterms:W3CDTF">2026-05-18T13:39:03Z</dcterms:modified>
</cp:coreProperties>
</file>